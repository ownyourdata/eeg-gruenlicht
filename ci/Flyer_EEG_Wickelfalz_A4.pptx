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26224" y="0"/>
            <a:ext cx="3563112" cy="756208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03336" y="-1828800"/>
            <a:ext cx="4572000" cy="457200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pic>
        <p:nvPicPr>
          <p:cNvPr id="4" name="Image 0" descr="/sessions/beautiful-epic-clarke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8832" y="338328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87512" y="384048"/>
            <a:ext cx="2109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87512" y="658368"/>
            <a:ext cx="2109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VÖSLAU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418832" y="2194560"/>
            <a:ext cx="2977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REGIONALE EEG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18832" y="2560320"/>
            <a:ext cx="297789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erzeugten Strom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nutzen.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418832" y="5440680"/>
            <a:ext cx="29778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Energie­gemeinschaft für Bad Vöslau und Umgebung.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18832" y="6830568"/>
            <a:ext cx="2977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Aufklappen →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63112" y="0"/>
            <a:ext cx="3563112" cy="7562088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55720" y="429768"/>
            <a:ext cx="2977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EINEN BLICK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855720" y="795528"/>
            <a:ext cx="29778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Deine Vorteile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3855720" y="1920240"/>
            <a:ext cx="297789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084320" y="2011680"/>
            <a:ext cx="2612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ct/kWh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084320" y="2423160"/>
            <a:ext cx="2612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 · für Einspeiser &amp; Bezieher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855720" y="3063240"/>
            <a:ext cx="297789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084320" y="3154680"/>
            <a:ext cx="2612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084320" y="3566160"/>
            <a:ext cx="2612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Mitglieds­gebühr · keine Eintrittskosten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855720" y="4206240"/>
            <a:ext cx="297789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084320" y="4297680"/>
            <a:ext cx="2612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Monatlich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4084320" y="4709160"/>
            <a:ext cx="2612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klare Abrechnung der Energie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855720" y="5349240"/>
            <a:ext cx="2977896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084320" y="5440680"/>
            <a:ext cx="2612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Jederzeit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4084320" y="5852160"/>
            <a:ext cx="2612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Ein- und Austritt möglich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0" y="0"/>
            <a:ext cx="3563112" cy="756208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27" name="Image 1" descr="/sessions/beautiful-epic-clarke/mnt/outpu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338328"/>
            <a:ext cx="594360" cy="5943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024128" y="292608"/>
            <a:ext cx="2246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Vöslau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292608" y="2286000"/>
            <a:ext cx="2977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292608" y="2606040"/>
            <a:ext cx="2977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 uns einfach.</a:t>
            </a:r>
            <a:endParaRPr lang="en-US" sz="2200" dirty="0"/>
          </a:p>
        </p:txBody>
      </p:sp>
      <p:sp>
        <p:nvSpPr>
          <p:cNvPr id="31" name="Text 27"/>
          <p:cNvSpPr/>
          <p:nvPr/>
        </p:nvSpPr>
        <p:spPr>
          <a:xfrm>
            <a:off x="292608" y="3657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61288" y="3657600"/>
            <a:ext cx="2109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eeg-gruenlicht.at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292608" y="4297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161288" y="4297680"/>
            <a:ext cx="2109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Vöslau und Umgebung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292608" y="4937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161288" y="4937760"/>
            <a:ext cx="2109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Regionale EEG · RC107602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292608" y="55778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1161288" y="5577840"/>
            <a:ext cx="2109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 Q1 2026 operativ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292608" y="7059168"/>
            <a:ext cx="2977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EEG Grünes Licht Bad Vöslau · Mai 2026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3563112" y="0"/>
            <a:ext cx="0" cy="7562088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41" name="Shape 37"/>
          <p:cNvSpPr/>
          <p:nvPr/>
        </p:nvSpPr>
        <p:spPr>
          <a:xfrm>
            <a:off x="7126224" y="0"/>
            <a:ext cx="0" cy="7562088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6459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pic>
        <p:nvPicPr>
          <p:cNvPr id="3" name="Image 0" descr="/sessions/beautiful-epic-clarke/mnt/outpu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36576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528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Grünes Licht Bad Vöslau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653528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eeg-gruenlicht.at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92608" y="1280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292608" y="1920240"/>
            <a:ext cx="2977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eine EEG?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92608" y="2560320"/>
            <a:ext cx="29778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Erneuerbare-Energie-Gemeinschaft (EEG) verbindet Menschen aus der Region, die Strom aus Sonne, Wind oder Wasser erzeugen, mit Menschen, die diesen Strom direkt vor Ort nutzen.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608" y="4297680"/>
            <a:ext cx="502920" cy="5029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☼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344168" y="429768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44168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⚡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395728" y="4297680"/>
            <a:ext cx="502920" cy="50292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95728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⌂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41248" y="4553712"/>
            <a:ext cx="45720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1892808" y="4553712"/>
            <a:ext cx="45720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109728" y="4892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61288" y="4892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212848" y="48920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Zuhause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92608" y="6007608"/>
            <a:ext cx="2977896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1208" y="6144768"/>
            <a:ext cx="2612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zu wissen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21208" y="6464808"/>
            <a:ext cx="2612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EEGs sind in Österreich gesetzlich verankert (EAG, 2021) und ermöglichen reduzierte Netzentgelte für regional bezogenen Strom.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855720" y="1280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400" dirty="0"/>
          </a:p>
        </p:txBody>
      </p:sp>
      <p:sp>
        <p:nvSpPr>
          <p:cNvPr id="24" name="Text 21"/>
          <p:cNvSpPr/>
          <p:nvPr/>
        </p:nvSpPr>
        <p:spPr>
          <a:xfrm>
            <a:off x="3855720" y="1920240"/>
            <a:ext cx="2977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bringt mir das?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3855720" y="2560320"/>
            <a:ext cx="2977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konkrete Vorteile, wenn du Teil der EEG bist: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855720" y="3273552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267200" y="3154680"/>
            <a:ext cx="2566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Günstiger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267200" y="3566160"/>
            <a:ext cx="2566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ct/kWh netto – planbar und transparent.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855720" y="4233672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267200" y="4114800"/>
            <a:ext cx="2566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267200" y="4526280"/>
            <a:ext cx="2566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 aus der Nachbarschaft, nicht von der Börse.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855720" y="5193792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267200" y="5074920"/>
            <a:ext cx="2566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267200" y="5486400"/>
            <a:ext cx="2566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Mitgliedsgebühr, monatliche Abrechnung.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855720" y="6153912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267200" y="6035040"/>
            <a:ext cx="2566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Flexibel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4267200" y="6446520"/>
            <a:ext cx="2566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Ein- und Austritt jederzeit möglich.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126224" y="164592"/>
            <a:ext cx="3563112" cy="739749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418832" y="411480"/>
            <a:ext cx="2977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eeg-gruenlicht.at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7418832" y="1280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400" dirty="0"/>
          </a:p>
        </p:txBody>
      </p:sp>
      <p:sp>
        <p:nvSpPr>
          <p:cNvPr id="41" name="Text 38"/>
          <p:cNvSpPr/>
          <p:nvPr/>
        </p:nvSpPr>
        <p:spPr>
          <a:xfrm>
            <a:off x="7418832" y="1920240"/>
            <a:ext cx="2977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einfach mitmachen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7418832" y="26517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418832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013192" y="2651760"/>
            <a:ext cx="2383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 melden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8013192" y="2944368"/>
            <a:ext cx="2383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Unverbindlich Kontakt aufnehmen.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7418832" y="34290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418832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8013192" y="3429000"/>
            <a:ext cx="2383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Teilnahme prüfen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8013192" y="3721608"/>
            <a:ext cx="2383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Zählpunkt und Rahmen abstimmen.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7418832" y="42062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418832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8013192" y="4206240"/>
            <a:ext cx="2383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Unterlagen erhalten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8013192" y="4498848"/>
            <a:ext cx="2383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Vertrag in Ruhe prüfen.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7418832" y="49834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418832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8013192" y="4983480"/>
            <a:ext cx="2383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der EEG werden</a:t>
            </a:r>
            <a:endParaRPr lang="en-US" sz="1300" dirty="0"/>
          </a:p>
        </p:txBody>
      </p:sp>
      <p:sp>
        <p:nvSpPr>
          <p:cNvPr id="57" name="Text 54"/>
          <p:cNvSpPr/>
          <p:nvPr/>
        </p:nvSpPr>
        <p:spPr>
          <a:xfrm>
            <a:off x="8013192" y="5276088"/>
            <a:ext cx="2383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dem ersten Strom mitmachen.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7418832" y="6236208"/>
            <a:ext cx="2977896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12000"/>
              </a:srgbClr>
            </a:outerShdw>
          </a:effectLst>
        </p:spPr>
      </p:sp>
      <p:sp>
        <p:nvSpPr>
          <p:cNvPr id="59" name="Text 56"/>
          <p:cNvSpPr/>
          <p:nvPr/>
        </p:nvSpPr>
        <p:spPr>
          <a:xfrm>
            <a:off x="7418832" y="6236208"/>
            <a:ext cx="2977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mitmachen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7418832" y="6601968"/>
            <a:ext cx="2977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eeg-gruenlicht.at</a:t>
            </a:r>
            <a:endParaRPr lang="en-US" sz="1300" dirty="0"/>
          </a:p>
        </p:txBody>
      </p:sp>
      <p:sp>
        <p:nvSpPr>
          <p:cNvPr id="61" name="Shape 58"/>
          <p:cNvSpPr/>
          <p:nvPr/>
        </p:nvSpPr>
        <p:spPr>
          <a:xfrm>
            <a:off x="3563112" y="0"/>
            <a:ext cx="0" cy="7562088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62" name="Shape 59"/>
          <p:cNvSpPr/>
          <p:nvPr/>
        </p:nvSpPr>
        <p:spPr>
          <a:xfrm>
            <a:off x="7126224" y="0"/>
            <a:ext cx="0" cy="7562088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Flyer – EEG Grünes Licht Bad Vöslau</dc:title>
  <dc:subject>PptxGenJS Presentation</dc:subject>
  <dc:creator>EEG Grünes Licht Bad Vöslau</dc:creator>
  <cp:lastModifiedBy>EEG Grünes Licht Bad Vöslau</cp:lastModifiedBy>
  <cp:revision>1</cp:revision>
  <dcterms:created xsi:type="dcterms:W3CDTF">2026-05-11T15:08:10Z</dcterms:created>
  <dcterms:modified xsi:type="dcterms:W3CDTF">2026-05-11T15:08:10Z</dcterms:modified>
</cp:coreProperties>
</file>