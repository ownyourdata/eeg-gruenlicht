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11480"/>
            <a:ext cx="7424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261872" y="658368"/>
            <a:ext cx="7424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Anleitung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Feed · 1:1 (1080×1080)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27432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kopieren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30358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Rechtsklick → Folie duplizieren.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4564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05840" y="34564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anpassen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und Body austauschen.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1696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416966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Bild speichern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44622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 → Exportieren → PNG (1080 px).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882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05840" y="488289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5840" y="517550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 auf Instagram/Facebook hochladen.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779008"/>
            <a:ext cx="822960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870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60990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kurz halten (max. ~6 Wörter). Logo, Farbe und Sprache nicht verändern.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8641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8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3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77724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21945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Geht los,</a:t>
            </a:r>
            <a:endParaRPr lang="en-US" sz="5400" dirty="0"/>
          </a:p>
          <a:p>
            <a:pPr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mit.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 Teil der regionalen Energie­gemeinschaft in Bad Vöslau.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5486400"/>
            <a:ext cx="164592" cy="164592"/>
          </a:xfrm>
          <a:prstGeom prst="ellipse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3949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ct/kWh netto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5943600"/>
            <a:ext cx="164592" cy="164592"/>
          </a:xfrm>
          <a:prstGeom prst="ellipse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58521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Mitgliedsgebühr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6400800"/>
            <a:ext cx="164592" cy="164592"/>
          </a:xfrm>
          <a:prstGeom prst="ellipse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63093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Monatliche Abrechnung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7955280"/>
            <a:ext cx="8229600" cy="6400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38100" dir="5400000">
              <a:srgbClr val="0F172A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7955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mitmachen →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57200" y="8641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3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48640"/>
            <a:ext cx="7424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61872" y="795528"/>
            <a:ext cx="7424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20116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NEUIGKEIT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sind operativ!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457200" y="3886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dem 1. Quartal 2026 läuft unsere Energie­gemeinschaft. Strom aus der Nachbarschaft – zu fairen Konditionen.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7680960"/>
            <a:ext cx="822960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7680960"/>
            <a:ext cx="109728" cy="8686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779068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Lust mitzumachen?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811987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 uns – wir helfen beim Einstieg.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8641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11480"/>
            <a:ext cx="7424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261872" y="658368"/>
            <a:ext cx="7424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KONDITION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ctr" indent="0" marL="0">
              <a:buNone/>
            </a:pPr>
            <a:r>
              <a:rPr lang="en-US" sz="5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ct</a:t>
            </a:r>
            <a:endParaRPr lang="en-US" sz="18000" dirty="0"/>
          </a:p>
        </p:txBody>
      </p:sp>
      <p:sp>
        <p:nvSpPr>
          <p:cNvPr id="7" name="Text 4"/>
          <p:cNvSpPr/>
          <p:nvPr/>
        </p:nvSpPr>
        <p:spPr>
          <a:xfrm>
            <a:off x="457200" y="59070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Kilowattstunde · netto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6949440"/>
            <a:ext cx="82296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64792" y="711403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7296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Einspeiser &amp; Bezieher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07992" y="711403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0" y="7296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Mitgliedsgebühr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51192" y="711403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7296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 abgerechnet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8641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11480"/>
            <a:ext cx="7424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261872" y="658368"/>
            <a:ext cx="7424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7830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bringt mir die EEG?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749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25196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Günstigeren Strom aus der Region, reduzierte Netz­entgelte beim Bezug innerhalb der EEG und faire monatliche Abrechnung – ohne Mitglieds­gebühr.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8275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Fragen?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8641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Social-Vorlagen – Instagram Feed · 1:1 (1080×1080)</dc:title>
  <dc:subject>PptxGenJS Presentation</dc:subject>
  <dc:creator>EEG Grünes Licht Bad Vöslau</dc:creator>
  <cp:lastModifiedBy>EEG Grünes Licht Bad Vöslau</cp:lastModifiedBy>
  <cp:revision>1</cp:revision>
  <dcterms:created xsi:type="dcterms:W3CDTF">2026-05-11T12:49:50Z</dcterms:created>
  <dcterms:modified xsi:type="dcterms:W3CDTF">2026-05-11T12:49:50Z</dcterms:modified>
</cp:coreProperties>
</file>