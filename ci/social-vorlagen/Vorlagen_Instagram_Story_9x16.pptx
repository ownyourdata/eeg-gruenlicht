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3424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3424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4229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Anleitung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Story / Reel · 9:16 (1080×1920)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3680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kopieren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035808"/>
            <a:ext cx="3680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→ Folie duplizieren.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3520440"/>
            <a:ext cx="3680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anpassen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813048"/>
            <a:ext cx="3680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und Body austauschen.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4297680"/>
            <a:ext cx="3680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Bild speichern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590288"/>
            <a:ext cx="3680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→ Exportieren → PNG (1080 px).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5074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" y="5074920"/>
            <a:ext cx="3680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5367528"/>
            <a:ext cx="3680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 auf Instagram/Facebook hochladen.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6035040"/>
            <a:ext cx="42291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126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355080"/>
            <a:ext cx="3863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kurz halten (max. ~6 Wörter). Logo, Farbe und Sprache nicht verändern.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8641080"/>
            <a:ext cx="422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8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0300" y="-1371600"/>
            <a:ext cx="4572000" cy="45720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3406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3406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42291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los,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mit.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4229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 Teil der regionalen Energie­gemeinschaft in Bad Vöslau.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566928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577840"/>
            <a:ext cx="3954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1722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6080760"/>
            <a:ext cx="3954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67512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6583680"/>
            <a:ext cx="3954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Abrechnung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7955280"/>
            <a:ext cx="422910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7955280"/>
            <a:ext cx="4229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 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8641080"/>
            <a:ext cx="422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48640"/>
            <a:ext cx="3424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61872" y="795528"/>
            <a:ext cx="3424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NEUIGKEIT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42291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sind operativ!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4229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dem 1. Quartal 2026 läuft unsere Energie­gemeinschaft. Strom aus der Nachbarschaft – zu fairen Konditionen.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7680960"/>
            <a:ext cx="42291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7680960"/>
            <a:ext cx="109728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7790688"/>
            <a:ext cx="3954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 mitzumachen?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8119872"/>
            <a:ext cx="3954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uns – wir helfen beim Einstieg.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8641080"/>
            <a:ext cx="422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3424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3424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4229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KONDITION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42291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</a:t>
            </a:r>
            <a:endParaRPr lang="en-US" sz="13000" dirty="0"/>
          </a:p>
        </p:txBody>
      </p:sp>
      <p:sp>
        <p:nvSpPr>
          <p:cNvPr id="7" name="Text 4"/>
          <p:cNvSpPr/>
          <p:nvPr/>
        </p:nvSpPr>
        <p:spPr>
          <a:xfrm>
            <a:off x="457200" y="4901184"/>
            <a:ext cx="4229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Kilowattstunde · netto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6949440"/>
            <a:ext cx="42291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804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7296912"/>
            <a:ext cx="1409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Einspeiser &amp; Bezieher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0774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6900" y="7296912"/>
            <a:ext cx="1409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1744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76600" y="7296912"/>
            <a:ext cx="1409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 abgerechnet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8641080"/>
            <a:ext cx="422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3424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3424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4229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mir die EEG?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42291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Günstigeren Strom aus der Region, reduzierte Netz­entgelte beim Bezug innerhalb der EEG und faire monatliche Abrechnung – ohne Mitglieds­gebühr.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8275320"/>
            <a:ext cx="4229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Fragen?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8641080"/>
            <a:ext cx="4229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Social-Vorlagen – Instagram Story / Reel · 9:16 (1080×1920)</dc:title>
  <dc:subject>PptxGenJS Presentation</dc:subject>
  <dc:creator>EEG Grünes Licht Bad Vöslau</dc:creator>
  <cp:lastModifiedBy>EEG Grünes Licht Bad Vöslau</cp:lastModifiedBy>
  <cp:revision>1</cp:revision>
  <dcterms:created xsi:type="dcterms:W3CDTF">2026-05-11T12:49:50Z</dcterms:created>
  <dcterms:modified xsi:type="dcterms:W3CDTF">2026-05-11T12:49:50Z</dcterms:modified>
</cp:coreProperties>
</file>