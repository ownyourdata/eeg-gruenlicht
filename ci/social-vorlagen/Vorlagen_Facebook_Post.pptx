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908792" cy="5715000"/>
  <p:notesSz cx="5715000" cy="1090879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" y="4114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24712" y="6583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Anleitung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Post · 1.91:1 (1200×630)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42316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kopieren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715768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→ Folie duplizieren.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3136392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anpassen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4290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und Body austauschen.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8496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3849624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Bild speichern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14223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→ Exportieren → PNG (1080 px).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5628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840" y="4562856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4855464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 auf Instagram/Facebook hochladen.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458968"/>
            <a:ext cx="9994392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550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5779008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kurz halten (max. ~6 Wörter). Logo, Farbe und Sprache nicht verändern.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521208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8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5592" y="-1371600"/>
            <a:ext cx="4572000" cy="45720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71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777240"/>
            <a:ext cx="9171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los,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mit.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 Teil der regionalen Energiegemeinschaft in Bad Vöslau.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766560" y="169164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16653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0" y="1874520"/>
            <a:ext cx="146304" cy="146304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 netto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233172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16653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2514600"/>
            <a:ext cx="146304" cy="146304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780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66560" y="297180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16653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9440" y="3154680"/>
            <a:ext cx="146304" cy="146304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Abrechnung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754880"/>
            <a:ext cx="9994392" cy="50292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47548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 →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57200" y="521208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08792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5486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24712" y="79552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NEUIGKEIT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sind operativ!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9994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dem 1. Quartal 2026 läuft unsere Energie­gemeinschaft. Strom aus der Nachbarschaft – zu fairen Konditionen.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251960"/>
            <a:ext cx="9994392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251960"/>
            <a:ext cx="109728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36168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 mitzumachen?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690872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uns – wir helfen beim Einstieg.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521208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" y="4114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24712" y="6583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KONDITION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999439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457200" y="3950208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Kilowattstunde · netto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999439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8924" y="409651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2793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Einspeiser &amp; Bezieher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0388" y="409651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88664" y="42793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21852" y="409651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20128" y="42793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 abgerechnet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521208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4712" y="4114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24712" y="6583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bringt mir die EEG?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99943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Günstigeren Strom aus der Region, reduzierte Netz­entgelte beim Bezug innerhalb der EEG und faire monatliche Abrechnung – ohne Mitglieds­gebühr.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Fragen?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21208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Social-Vorlagen – Facebook Post · 1.91:1 (1200×630)</dc:title>
  <dc:subject>PptxGenJS Presentation</dc:subject>
  <dc:creator>EEG Grünes Licht Bad Vöslau</dc:creator>
  <cp:lastModifiedBy>EEG Grünes Licht Bad Vöslau</cp:lastModifiedBy>
  <cp:revision>1</cp:revision>
  <dcterms:created xsi:type="dcterms:W3CDTF">2026-05-11T12:49:51Z</dcterms:created>
  <dcterms:modified xsi:type="dcterms:W3CDTF">2026-05-11T12:49:51Z</dcterms:modified>
</cp:coreProperties>
</file>