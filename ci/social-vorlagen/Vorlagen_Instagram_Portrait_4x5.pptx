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7315200" cy="9144000"/>
  <p:notesSz cx="9144000" cy="7315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beautiful-epic-clarke/mnt/outpu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61872" y="411480"/>
            <a:ext cx="5596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Grünes Licht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1261872" y="658368"/>
            <a:ext cx="5596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Vöslau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457200" y="15544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Anleitung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457200" y="20574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Feed Portrait · 4:5 (1080×1350)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27432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05840" y="274320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Folie kopieren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05840" y="3035808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Rechtsklick → Folie duplizieren.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345643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005840" y="3456432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 anpassen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05840" y="374904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und Body austauschen.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416966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005840" y="4169664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Bild speichern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005840" y="446227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Datei → Exportieren → PNG (1080 px).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57200" y="488289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1005840" y="4882896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Posten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005840" y="5175504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Bild auf Instagram/Facebook hochladen.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5779008"/>
            <a:ext cx="6400800" cy="77724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0080" y="58704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Tipp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40080" y="6099048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kurz halten (max. ~6 Wörter). Logo, Farbe und Sprache nicht verändern.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57200" y="8641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eeg-gruenlicht.at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580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-1371600"/>
            <a:ext cx="4572000" cy="4572000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pic>
        <p:nvPicPr>
          <p:cNvPr id="3" name="Image 0" descr="/sessions/beautiful-epic-clarke/mnt/outpu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50292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GRÜNES LICHT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777240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BBF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VÖSLAU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2194560"/>
            <a:ext cx="6400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Geht los,</a:t>
            </a:r>
            <a:endParaRPr lang="en-US" sz="4800" dirty="0"/>
          </a:p>
          <a:p>
            <a:pPr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 mit.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457200" y="438912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Werde Teil der regionalen Energie­gemeinschaft in Bad Vöslau.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5486400"/>
            <a:ext cx="164592" cy="164592"/>
          </a:xfrm>
          <a:prstGeom prst="ellipse">
            <a:avLst/>
          </a:prstGeom>
          <a:solidFill>
            <a:srgbClr val="BBF7D0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539496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ct/kWh netto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5943600"/>
            <a:ext cx="164592" cy="164592"/>
          </a:xfrm>
          <a:prstGeom prst="ellipse">
            <a:avLst/>
          </a:prstGeom>
          <a:solidFill>
            <a:srgbClr val="BBF7D0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585216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Mitgliedsgebühr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7200" y="6400800"/>
            <a:ext cx="164592" cy="164592"/>
          </a:xfrm>
          <a:prstGeom prst="ellipse">
            <a:avLst/>
          </a:prstGeom>
          <a:solidFill>
            <a:srgbClr val="BBF7D0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1520" y="630936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Monatliche Abrechnung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57200" y="7955280"/>
            <a:ext cx="6400800" cy="6400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03200" dist="38100" dir="5400000">
              <a:srgbClr val="0F172A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57200" y="79552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Jetzt mitmachen →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457200" y="8641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BF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eeg-gruenlicht.at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2286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pic>
        <p:nvPicPr>
          <p:cNvPr id="3" name="Image 0" descr="/sessions/beautiful-epic-clarke/mnt/outpu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0292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548640"/>
            <a:ext cx="5596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Grünes Licht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261872" y="795528"/>
            <a:ext cx="5596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Vöslau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201168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20116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NEUIGKEIT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256032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 sind operativ!</a:t>
            </a:r>
            <a:endParaRPr lang="en-US" sz="4200" dirty="0"/>
          </a:p>
        </p:txBody>
      </p:sp>
      <p:sp>
        <p:nvSpPr>
          <p:cNvPr id="9" name="Text 6"/>
          <p:cNvSpPr/>
          <p:nvPr/>
        </p:nvSpPr>
        <p:spPr>
          <a:xfrm>
            <a:off x="457200" y="379476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Seit dem 1. Quartal 2026 läuft unsere Energie­gemeinschaft. Strom aus der Nachbarschaft – zu fairen Konditionen.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7680960"/>
            <a:ext cx="6400800" cy="86868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7680960"/>
            <a:ext cx="109728" cy="86868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7790688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Lust mitzumachen?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31520" y="8119872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Schreib uns – wir helfen beim Einstieg.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7200" y="8641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eeg-gruenlicht.at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beautiful-epic-clarke/mnt/outpu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61872" y="411480"/>
            <a:ext cx="5596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Grünes Licht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1261872" y="658368"/>
            <a:ext cx="5596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Vöslau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457200" y="18288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DEINE KONDITION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2286000"/>
            <a:ext cx="6400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pPr algn="ctr" indent="0" marL="0">
              <a:buNone/>
            </a:pPr>
            <a:r>
              <a:rPr lang="en-US" sz="4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ct</a:t>
            </a:r>
            <a:endParaRPr lang="en-US" sz="16000" dirty="0"/>
          </a:p>
        </p:txBody>
      </p:sp>
      <p:sp>
        <p:nvSpPr>
          <p:cNvPr id="7" name="Text 4"/>
          <p:cNvSpPr/>
          <p:nvPr/>
        </p:nvSpPr>
        <p:spPr>
          <a:xfrm>
            <a:off x="457200" y="5504688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Kilowattstunde · netto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457200" y="6949440"/>
            <a:ext cx="640080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459992" y="7114032"/>
            <a:ext cx="128016" cy="12801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7296912"/>
            <a:ext cx="213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Einspeiser &amp; Bezieher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593592" y="7114032"/>
            <a:ext cx="128016" cy="12801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590800" y="7296912"/>
            <a:ext cx="213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Mitgliedsgebühr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727192" y="7114032"/>
            <a:ext cx="128016" cy="12801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24400" y="7296912"/>
            <a:ext cx="213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Monatlich abgerechnet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" y="8641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eeg-gruenlicht.at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beautiful-epic-clarke/mnt/outpu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61872" y="411480"/>
            <a:ext cx="5596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Grünes Licht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1261872" y="658368"/>
            <a:ext cx="5596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Vöslau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173736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17373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224028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bringt mir die EEG?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457200" y="3703320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5803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37033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ANTWORT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4206240"/>
            <a:ext cx="6400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Günstigeren Strom aus der Region, reduzierte Netz­entgelte beim Bezug innerhalb der EEG und faire monatliche Abrechnung – ohne Mitglieds­gebühr.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" y="82753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Mehr Fragen?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8641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eeg-gruenlicht.at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Social-Vorlagen – Instagram Feed Portrait · 4:5 (1080×1350)</dc:title>
  <dc:subject>PptxGenJS Presentation</dc:subject>
  <dc:creator>EEG Grünes Licht Bad Vöslau</dc:creator>
  <cp:lastModifiedBy>EEG Grünes Licht Bad Vöslau</cp:lastModifiedBy>
  <cp:revision>1</cp:revision>
  <dcterms:created xsi:type="dcterms:W3CDTF">2026-05-11T12:49:50Z</dcterms:created>
  <dcterms:modified xsi:type="dcterms:W3CDTF">2026-05-11T12:49:50Z</dcterms:modified>
</cp:coreProperties>
</file>